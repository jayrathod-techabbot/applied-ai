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5. Module 5 covers the Model Context Protocol (MCP) — Anthropic's open standard for LLM-tool interaction. MCP provides a unified interface for AI models to discover, describe, and invoke external capabilities through three primitives: Resources, Tools, and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solves five problems: tool integration fragmentation (standardized protocol), discovery and description (dynamic tool discovery), security (built-in authorization), scalability (decoupled client-server), and interoperability (open standard).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defines three primitives: Resources (read-only data — files, DBs, APIs, URI-addressable), Tools (executable functions with JSON Schema parameters), and Prompts (reusable parameterized templates). All communication uses JSON-RPC 2.0 over stdio, HTTP/SSE, or WebSocket transports.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follows a client-server architecture. The server exposes capabilities (tools, resources, prompts) using decorators. The client discovers these capabilities dynamically and invokes them. Communication uses JSON-RPC 2.0. Servers can be written in Python or TypeScript. Clients connect via stdio (local) or HTTP/SSE (remote).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MCP architecture: Clients (AI agents, chat apps, dashboards) connect through a Gateway (auth, rate limiting, routing) to a Server Registry (service discovery). Individual MCP servers wrap enterprise systems (CRM, ERP, data lake). Monitoring tracks all tool calls for audit and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integration patterns: Sidecar (local tool access), Gateway (central routing), Mesh (service discovery), Proxy (legacy wrapping), Aggregator (combine data sources). Security: authentication, authorization, input validation, rate limiting, audit logging, read-only defaults, secrets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5.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(MCP)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LLM-Tool 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Overview &amp; Motivation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MCP Servers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MCP Clients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MCP Solves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integrations to a unified protocol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needs custom integrations → MCP standardizes 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tools → Dynamic discovery via protocol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permissions → Built-in authorization framework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→ Open, language-agnostic standard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Three Primitives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sources. Files, databases, APIs. URI-addressable.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functions. JSON Schema for parameters. Actions the LLM can invoke.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templates. Parameterized prompt patterns. Consistent behavior.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 uses JSON-RPC 2.0 over stdio, HTTP/SSE, or WebSocket.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vs. Client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capabilities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@server.list_tools() — register tools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@server.call_tool() — execute tools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@server.list_resources() — data sources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@server.list_prompts() — templates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TypeScript SDK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&amp; invokes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session.list_tools() — discover tools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session.call_tool() — invoke tools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session.read_resource() — read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session.get_prompt() — get templates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stdio or HTTP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MCP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apps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ChatGPT, BI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920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10512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1952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1993392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RBAC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19202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46704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6704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discovery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38144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9584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48656" y="19202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248656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82896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2896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4336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5065776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SAP, Snowflake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19088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audit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10528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runs alongside main app. Local tool access with minimal latency.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MCP server routes to multiple backends. Enterprise integration hub.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MCP servers with service discovery. Microservices architecture.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wraps legacy APIs. Modernize without rewriting.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for LLM-tool interaction with three primitives: Resources, Tools, Prompts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over stdio, HTTP/SSE, or WebSocket — language-agnostic protocol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exposes capabilities; Client discovers and invokes dynamically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patterns: Sidecar, Gateway, Mesh, Proxy for scalable integration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auth, RBAC, input validation, rate limiting, audit logging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4 — LangGraph Deep Dive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