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6. Module 6 is a deep dive into LangGraph — the library for building stateful, multi-actor applications with LLMs. We cover StateGraph, state management with reducers, node/edge types, cyclic graphs for self-correction, human-in-the-loop patterns, checkpointing, and time travel.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extends LangChain with graph-based state management. Key differences: LangChain agents use linear ReAct loops; LangGraph supports arbitrary graphs with cycles. LangChain has implicit state; LangGraph has explicit TypedDict state. LangGraph adds: conditional branching, checkpointing, human-in-the-loop, subgraphs, time travel, and fine-grained streaming.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Reducers define how state updates are merged. add_messages appends to lists (conversation history). operator.add adds numeric values (counters). operator.or_ merges dicts. Custom reducers for complex merging. Use Annotated[type, reducer] syntax. Nodes return only changed fields; LangGraph merges with reducers.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node types: LLM Node (reasoning/generation), Tool Node (external actions), Router Node (determines next step), Validator Node (quality checks), Human Node (waits for human input). Node contract: receives full state, returns dict of updates only. Can be sync or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 graphs have no cycles — execution flows one direction. Good for: linear pipelines, simple RAG, fixed workflows. Cyclic graphs contain loops for: self-correction (generate → critique → revise), tool retry, iterative refinement, ReAct loops. Use cycles when you need retry, self-evaluation, or multi-pass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human-in-the-loop mechanisms: interrupt_before (pause before sensitive actions), interrupt_after (pause after generation for review), interrupt() (node-level dynamic pause). Time travel: get_state_history() to view all checkpoints, replay from any point, edit state and branch. Uses MemorySaver (dev) or SQLiteSaver/PostgresSaver (prod).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on LangGraph.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6.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 Orchestration for LLMs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 &amp; State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vs. DAG Graphs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&amp; Time Travel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vs. LangChain Agents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ReAct loop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state (history)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tool-calling loop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streaming 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graph (cycles!)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TypedDict state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 + routing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persistence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Step/node/event streaming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Management with Reducers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messages to list. Used for conversation history accumulation.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operator.add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numeric values. Used for iteration counters and accumulators.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operator.or_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dictionaries. Used for config and metadata accumulation.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Reducer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merge logic. Deep merge, deduplication, custom rules.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Types in LangGraph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 LLM for reasoning/generation. Core intelligence of the agent.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external tools. APIs, database queries, file operations.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Node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output quality. Scores, critiques, gates downstream flow.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Node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human input. Approval checkpoints, manual review.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 vs. Cyclic Graphs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(No Loops)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pipelines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RAG: Retrieve → Generate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retry or self-correction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start to finish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(With Loops)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Critique → Revise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retry on failure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think-act-observe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sensitive nodes. Review before deployment or data writes.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content generation. Review drafts before sending.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pause with custom prompt. Dynamic approval requests.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from any checkpoint. Branch, edit state, and re-run.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adds cycles, persistence, human-in-the-loop, and fine-grained control over LangChain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explicit (TypedDict/Pydantic); reducers define how updates are merged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only changed fields; edges can be normal or conditional with router functions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graphs enable self-correction, retry, and iterative refinement patterns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+ time travel enable debugging, replay, and human approval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5 — Architecture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Deep Dive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