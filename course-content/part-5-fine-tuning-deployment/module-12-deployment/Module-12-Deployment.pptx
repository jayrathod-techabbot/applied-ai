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12. Module 12 covers deployment strategies for LLM applications: containerization with Docker, Kubernetes orchestration, serverless deployment, model serving frameworks, GPU optimization, auto-scaling, and deployment patterns (canary, blue-green, rolling).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Containerization packages LLM apps with all dependencies into portable units. Benefits: reproducibility (identical environments), isolation (no dependency conflicts), portability (any container runtime), scalability (Kubernetes/ECS orchestration), version control (tag images). Multi-stage builds reduce image size from 12GB to 6GB.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 patterns: Canary (5% → 25% → 50% → 100%, monitor at each step), Blue-Green (two environments, instant switch, easy rollback), Rolling (replace pods one by one, zero downtime), A/B Testing (split by user segment, compare metrics). For LLM apps: canary is safest — monitor quality metrics (hallucination rate, latency) at each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Kubernetes: container orchestration with pods, services, deployments, horizontal pod autoscaler. Best for steady traffic and GPU workloads. Managed options: AKS, EKS, GKE. Serverless: no infra management, pay per invocation, auto-scale to zero. Best for variable traffic and API endpoints. Azure Functions, AWS Lambda, Azure Container Apps. Trade-off: K8s = control, Serverless = simplicity.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key takeaways on deployment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concludes MODULE 12. Students should review the concepts, interview questions, and quiz materials before proceeding.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Containers, Kubernetes &amp; Serverless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for LLMs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938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0" y="1984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&amp; Orchestration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505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2551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Deployment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0723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31181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&amp; GPU Optimization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639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3685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Patterns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Containers for LLMs?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Portable, reproducible, scalable deployment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environments across dev, staging, production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73152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deps don't conflict with host or other services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☁️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10312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any container runtime — Docker, Podman, containerd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08960"/>
            <a:ext cx="73152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0936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with Kubernetes, ECS, or Container Apps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5% traffic to new version. Monitor metrics. Gradually increase to 100%.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identical environments. Switch traffic instantly. Easy rollback.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pods one by one. Zero downtime. Default Kubernetes strategy.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traffic by user segment. Compare metrics. Data-driven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Kubernetes &amp; Serverless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(K8s)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Pods, Services, Deployments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Pod Autoscaler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steady traffic, GPU workloads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Managed: AKS, EKS, GKE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infrastructure management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invocation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 to zero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variable traffic, APIs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Functions, AWS Lambda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LLM apps with multi-stage Docker builds for reproducibility and portability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for steady/GPU workloads; Serverless for variable traffic and simplicity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patterns: canary (safest), blue-green (easy rollback), rolling (zero downtime)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81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optimization: quantization, batching, KV caching, model parallelism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21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checks, readiness probes, and graceful shutdown are essential for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01168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374904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11 — LLMOps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  |  Part 1: Foundations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Deployment Strategies</dc:title>
  <dc:subject>PptxGenJS Presentation</dc:subject>
  <dc:creator>PptxGenJS</dc:creator>
  <cp:lastModifiedBy>PptxGenJS</cp:lastModifiedBy>
  <cp:revision>1</cp:revision>
  <dcterms:created xsi:type="dcterms:W3CDTF">2026-04-02T06:24:26Z</dcterms:created>
  <dcterms:modified xsi:type="dcterms:W3CDTF">2026-04-02T06:24:26Z</dcterms:modified>
</cp:coreProperties>
</file>