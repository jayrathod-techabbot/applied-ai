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11. Module 11 covers fine-tuning LLMs: when to fine-tune vs prompt engineering vs RAG, data preparation (JSONL format, quality checklist), fine-tuning techniques (LoRA, QLoRA, PEFT), and implementation walkthroughs with Hugging Face and 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framework: Prompt engineering for quick prototyping, general tasks, &lt;50 examples. RAG for dynamic knowledge, FAQs, frequent data changes. Fine-tuning for consistent tone/format, domain vocabulary, 500+ examples, reduced token costs. Try prompt engineering first, then RAG, then fine-tuning as last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techniques: LoRA (Low-Rank Adaptation) — trains small decomposition matrices, ~0.1% of parameters. QLoRA — 4-bit quantization + LoRA, trains 65B models on single GPU. PEFT — umbrella for parameter-efficient methods (LoRA, prefix tuning, adapters). Full fine-tuning — updates all params, highest quality but most expensive. LoRA/QLoRA are the standard for most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hyperparameters: Learning rate (1e-5 to 5e-4), epochs (1-5), batch size (1-16), warmup steps (10% of total), max sequence length (512-4096), weight decay (0.01-0.1), LoRA rank (8-64), LoRA alpha (typically 2× rank). Quality data is the single most important factor — garbage in, garbage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takeaways on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11.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 &amp; PEFT Techniques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Fine-Tune vs RAG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 &amp; PEFT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 vs Prompt vs RAG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PROMPT ENGINEERING WHEN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examples available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domain-specific tone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FINE-TUNING WHEN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tone/format needed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vocabulary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high-quality examples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prompt token costs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Adaptation. Trains small rank decomposition matrices. 0.1% of params.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LoRA. 4-bit quantization + LoRA. Trains 65B models on single GPU.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Fine-Tuning. Umbrella term for LoRA, prefix tuning, adapters.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all parameters. Highest quality but most expensive. Rarely needed.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Hyperparameters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for fine-tuning success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 to 5e-4. Too high → divergence, too low → slow convergence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typically. More epochs → overfitting risk on small datasets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16-64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→ more capacity, more memory. Start with 16, increase if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Alpha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2× rank. Scaling factor for LoRA weight updates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prompt engineering → RAG → fine-tuning. Fine-tuning is last resort for tone/format/domain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&gt; quantity. 500+ high-quality JSONL examples, consistent format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are the standard — train 0.1% of parameters, 65B on single GPU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task-specific metrics; compare against base model and prompt engineering baseline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10 — Deployment Strategies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LLMs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