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10. Module 10 covers AI governance and compliance: risk taxonomy (hallucination, bias, prompt injection, data leakage), content filtering, guardrails architecture, responsible AI principles, and regulatory compliance (EU AI Act, GDPR, SOC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risk taxonomy: Hallucination (incorrect but plausible output), Bias (systematic unfairness), Prompt Injection (malicious input manipulation), Data Leakage (PII exposure), Toxicity (harmful content), Over-reliance (blind trust), Model Drift (performance degradation), Adversarial Attacks (crafted inputs). Each requires specific mitigations.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Guardrails are programmatic constraints enforcing safe AI behavior. Input: length validation, sanitization (strip injection patterns), topic filtering, PII detection. Output: format validation, factuality checks, toxicity screening, compliance tagging. Content filtering: OpenAI Moderation API, custom classifiers. Safety layers: defense in depth — input filter → LLM → output filter → human review for critical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 AI: Fairness (bias detection, audits), Transparency (model cards, explainability), Accountability (human oversight, error reporting), Privacy (data minimization, consent), Safety (content filtering, monitoring). Regulations: EU AI Act (risk-based classification), GDPR (data protection, right to explanation), SOC 2 (security controls), HIPAA (healthcare data), ISO 42001 (AI management systems).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takeaways on AI governance and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concludes MODULE 10. Students should review the concepts, interview questions, and quiz materials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Compliance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Guardrails &amp; Regulations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Taxonomy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938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Filtering &amp; Guardrails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05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551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Principles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0723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Risk Taxonomy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faces unique risks traditional software does not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🚨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but incorrect output. LLM cites non-existent papers.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input manipulates model behavior. Bypasses filters.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🔓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0312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training data exposed in outputs. PII reproduction.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73152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📉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0936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as data distributions shift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validation, sanitization, topic filtering, PII detection/redaction.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validation, factuality checks, toxicity screening, compliance tagging.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Moderation API, custom classifiers. Pre/post-screening.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defense: input filter → LLM → output filter → human review.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 &amp; Compliance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detection, diverse data, audits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cards, decision explainability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oversight, error reporting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classification, transparency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protection, right to explanation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availability, confidentiality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risks include hallucination, bias, prompt injection, data leakage, and drift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input sanitization, output validation, content filtering, multi-layer defense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AI: fairness, transparency, accountability, privacy, safety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EU AI Act, GDPR, SOC 2, HIPAA — regulations are evolving rapidly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01168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74904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9 — Fine-Tuning LLMs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  |  Part 1: Foundations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Governance &amp; Compliance</dc:title>
  <dc:subject>PptxGenJS Presentation</dc:subject>
  <dc:creator>PptxGenJS</dc:creator>
  <cp:lastModifiedBy>PptxGenJS</cp:lastModifiedBy>
  <cp:revision>1</cp:revision>
  <dcterms:created xsi:type="dcterms:W3CDTF">2026-04-02T06:24:26Z</dcterms:created>
  <dcterms:modified xsi:type="dcterms:W3CDTF">2026-04-02T06:24:26Z</dcterms:modified>
</cp:coreProperties>
</file>