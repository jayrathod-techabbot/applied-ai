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8. Module 8 covers CI/CD for AI systems: versioning models, prompts, and data with DVC and model registries; automated testing pipelines for LLM applications; deployment strategies with GitHub Actions; and Git workflows adapted for ML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systems require versioning beyond code. Four things to version: application code (Git), training datasets (DVC), model weights (model registry), and prompt templates (Git alongside code). Without proper versioning, reproducing results and debugging regressions becomes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DVC extends Git for large files — stores pointers in Git, actual data in remote storage (S3, GCS, Azure Blob). Pipeline-based lineage. Model Registry (MLflow, Azure ML) provides centralized catalog with stage management (staging → production → archived), experiment lineage, and UI/API access. Use both: DVC for data science, Registry for production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testing levels for LLM apps: Unit tests (component assertions), Integration tests (end-to-end with mocked services), LLM evaluation (faithfulness, relevance, toxicity via RAGAS/DeepEval), and Security tests (prompt injection, data leakage via Promptfoo). Run eval suites in CI to catch regressions before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CI/CD pipeline: 1) Lint &amp; type check (ruff, mypy). 2) Unit tests (pytest with mocks). 3) LLM evaluation suite (RAGAS, DeepEval — must pass quality thresholds). 4) Build Docker image (multi-stage). 5) Deploy with canary rollout (10% → 50% → 100%). GitHub Actions orchestrates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on CI/CD for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8.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for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Testing &amp; Automated 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Models &amp; Prompts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&amp; Model Registry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for LLMs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Strategies &amp;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Version in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code — version everything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Git versioning for app logic, chains, 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for large datasets, embeddings, RAG corpora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for fine-tuned adapters and checkpoints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prompt templates alongside code for reproducibility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DVC vs Model Registry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(Data Version Control)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Git for large files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pointers in Git, data in S3/GCS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Pipeline-based lineage tracking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repro — reproduce pipelines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data science teams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(MLflow/Azure ML)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model catalog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management (staging/prod)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Experiment-based lineage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access for collaboration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MLOps/production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Testing for LLMs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assertions. Test parsers, validators, tools independently.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validation. Mock external services.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metrics: faithfulness, relevance, toxicity. RAGAS, DeepEval.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data leakage. Promptfoo, manual pen testing.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 for LLM Apps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ruff, mypy, eslint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76272" y="1920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10512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01952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1993392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with mocks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19202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46704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46704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38144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9584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RAGAS, DeepEval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48656" y="19202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248656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82896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82896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74336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5065776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19088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088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10528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→ 50% → 100%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code, data, models, and prompts — all four are critical for reproducibility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for data versioning; Model Registry for stage management and promotion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 evaluation (RAGAS, DeepEval) in CI catches quality regressions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pipeline: lint → test → eval → build → canary deploy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strategies: feature branches for experiments, release branches for staging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7 — Monitoring &amp; Observability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for AI Systems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