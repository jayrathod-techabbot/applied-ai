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9. Module 9 covers monitoring and observability for LLM systems: the three pillars (logs, metrics, traces), LLM-specific metrics (latency, tokens, cost, quality), drift detection, and distributed tracing with OpenTelemetry.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observability extends the classic three pillars. Logs: detailed prompt/response pairs, tool calls, chain steps. Metrics: token usage, latency P50/P99, cost per request, quality scores. Traces: request lifecycle across multi-step chains, agent loops, RAG retrieval. Traditional ML monitoring isn't enough — LLMs generate free-form text and make autonomous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LLM-specific metrics: Operational — latency P50/P99, token usage, cost per request, throughput, error rate, timeout rate. Quality — hallucination rate (LLM-as-judge), relevance score (embedding similarity), coherence, toxicity (Perspective API), user satisfaction (thumbs up/down), task completion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Drift detection: Data drift (input distribution shifts — monitor embedding clusters), Concept drift (input-output relationship changes — monitor quality trends). Distributed tracing: OpenTelemetry for industry-standard traces, LangSmith/LangFuse for LLM-native tracing with token-level visibility per chain step. Alert on quality degradation before users notice.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takeaways on monitoring and observability.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concludes MODULE 9. Students should review the concepts, interview questions, and quiz materials before proceeding.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&amp;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for LLM Systems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Fundamentals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12080" y="19842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LLM-Specific Metrics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5054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2551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723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1208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Distributed Tracing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Pillars of Observability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for LLM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Prompt/response pairs, token decisions, tool calls, chain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usage, latency percentiles, quality scores, cost per request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46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10312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chains, agent reasoning loops, RAG retrieval spans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LLM-Specific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D9488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P50 &lt; 1s, P99 &lt; 5s. Alert: P99 &gt; 15s. Critical for UX.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80160"/>
            <a:ext cx="502920" cy="50292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98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output tokens per request. Spike detection for cost control.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rate, relevance, coherence. LLM-as-judge evaluation.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18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Request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per inference. Alert: &gt;2x baseline. Track by model, endpoint.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Detection &amp; Logging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65760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distribution changes over time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embedding cluster shifts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input/output changes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quality metric trends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65760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tracing framework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LLM chains end-to-end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/ LangFuse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LLM-native tracing platforms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Token-level visibility per step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61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observability extends logs, metrics, traces with prompt/response, token, and quality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01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latency P99, token usage, cost per request, hallucination rate, user satisfaction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monitors input distribution and quality metric trends over time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0632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LangSmith/LangFuse provide end-to-end tracing for LLM chains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201168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286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37490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8 — AI Governance &amp; Compliance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Course  |  Part 1: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Monitoring &amp; Observability</dc:title>
  <dc:subject>PptxGenJS Presentation</dc:subject>
  <dc:creator>PptxGenJS</dc:creator>
  <cp:lastModifiedBy>PptxGenJS</cp:lastModifiedBy>
  <cp:revision>1</cp:revision>
  <dcterms:created xsi:type="dcterms:W3CDTF">2026-04-02T06:24:26Z</dcterms:created>
  <dcterms:modified xsi:type="dcterms:W3CDTF">2026-04-02T06:24:26Z</dcterms:modified>
</cp:coreProperties>
</file>