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14. Module 14 is the capstone — four production-grade projects that integrate everything from Modules 1-13. We cover the project lifecycle methodology, then walk through each project: Book Recommender (RAG), Customer Support Engine (LangChain agents), Market Intelligence Agent (MCP + tools), and Multi-Agent Researcher (LangGraph).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Seven-phase lifecycle: Discover (requirements, data audit, constraints) → Design (architecture, model selection, ADR) → Build (2-week sprints) → Test (unit, integration, LLM eval, security) → Deploy (canary rollout) → Monitor (latency, cost, quality) → Iterate (feedback loop). Each project follows this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capstone projects integrating all course modules. 1) Book Recommender: RAG pipeline over 500K descriptions with Azure AI Search. 2) Customer Support Engine: LangChain agent with CRM, knowledge base, and ticketing tools. 3) Market Intelligence Agent: MCP servers integrating CRM, financial APIs, and news feeds. 4) Multi-Agent Researcher: LangGraph with researcher, analyst, writer agents in a cyclic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readiness checklist: 1) Evaluation — RAGAS scores pass thresholds, human eval complete. 2) Security — prompt injection tested, PII redaction verified, guardrails active. 3) Reliability — fallbacks, retries, circuit breakers, health checks. 4) Observability — logging, tracing (OpenTelemetry), dashboards, alerting. 5) Cost — token budgets enforced, model routing configured. 6) Compliance — GDPR, SOC 2,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from the capstone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14.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AI Applications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Book Recommender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Customer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3: Market Intelligence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4: Multi-Agent Researcher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Checklist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Lifecycle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920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ADR, tech selection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9202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19202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eval, security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9496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1920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751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feedback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Recommender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500K book descriptions. Semantic search + metadata filtering.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with tools. Ticket classification, FAQ, escalation.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integration. Real-time data from multiple enterprise sources.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workflow. Research → analyze → synthesize → report.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Readiness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going live, verify these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pass thresholds, human eval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tested, PII redaction verified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Fallbacks, retries, circuit breakers, health 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tracing, metrics dashboards, alerting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disciplined lifecycle: Discover → Design → Build → Test → Deploy → Monitor → Iterate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capstone project integrates multiple modules: RAG, agents, MCP, LangGraph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readiness: evaluation, security, reliability, observability, cost, compliance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(ADRs) document key technical choices and trade-offs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Sprint-based implementation with continuous evaluation ensures quality at every stage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Course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Projects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